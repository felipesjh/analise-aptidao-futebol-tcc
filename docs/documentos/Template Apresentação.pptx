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9EE89-77C5-4CDC-8DAF-F1F9BD116A93}" v="1" dt="2023-12-14T11:42:18.229"/>
    <p1510:client id="{E76F7CA6-D027-4F79-9F8A-4CCD367DA306}" v="1" dt="2023-12-15T13:19:46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Montezelli" userId="S::juliamontezelli@pecege.com::f684dfb1-a22e-47cb-8c34-70aa728d609c" providerId="AD" clId="Web-{E76F7CA6-D027-4F79-9F8A-4CCD367DA306}"/>
    <pc:docChg chg="addSld">
      <pc:chgData name="Julia Montezelli" userId="S::juliamontezelli@pecege.com::f684dfb1-a22e-47cb-8c34-70aa728d609c" providerId="AD" clId="Web-{E76F7CA6-D027-4F79-9F8A-4CCD367DA306}" dt="2023-12-15T13:19:46.634" v="0"/>
      <pc:docMkLst>
        <pc:docMk/>
      </pc:docMkLst>
      <pc:sldChg chg="new">
        <pc:chgData name="Julia Montezelli" userId="S::juliamontezelli@pecege.com::f684dfb1-a22e-47cb-8c34-70aa728d609c" providerId="AD" clId="Web-{E76F7CA6-D027-4F79-9F8A-4CCD367DA306}" dt="2023-12-15T13:19:46.634" v="0"/>
        <pc:sldMkLst>
          <pc:docMk/>
          <pc:sldMk cId="687074542" sldId="260"/>
        </pc:sldMkLst>
      </pc:sldChg>
    </pc:docChg>
  </pc:docChgLst>
  <pc:docChgLst>
    <pc:chgData name="Julia Montezelli" userId="f684dfb1-a22e-47cb-8c34-70aa728d609c" providerId="ADAL" clId="{B069EE89-77C5-4CDC-8DAF-F1F9BD116A93}"/>
    <pc:docChg chg="delSld">
      <pc:chgData name="Julia Montezelli" userId="f684dfb1-a22e-47cb-8c34-70aa728d609c" providerId="ADAL" clId="{B069EE89-77C5-4CDC-8DAF-F1F9BD116A93}" dt="2023-12-15T13:34:08.298" v="1" actId="47"/>
      <pc:docMkLst>
        <pc:docMk/>
      </pc:docMkLst>
      <pc:sldChg chg="del">
        <pc:chgData name="Julia Montezelli" userId="f684dfb1-a22e-47cb-8c34-70aa728d609c" providerId="ADAL" clId="{B069EE89-77C5-4CDC-8DAF-F1F9BD116A93}" dt="2023-12-15T13:34:07.577" v="0" actId="47"/>
        <pc:sldMkLst>
          <pc:docMk/>
          <pc:sldMk cId="773920510" sldId="259"/>
        </pc:sldMkLst>
      </pc:sldChg>
      <pc:sldChg chg="del">
        <pc:chgData name="Julia Montezelli" userId="f684dfb1-a22e-47cb-8c34-70aa728d609c" providerId="ADAL" clId="{B069EE89-77C5-4CDC-8DAF-F1F9BD116A93}" dt="2023-12-15T13:34:08.298" v="1" actId="47"/>
        <pc:sldMkLst>
          <pc:docMk/>
          <pc:sldMk cId="687074542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54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90A68E2-BAF8-ED8C-1FFA-7F508F28DA07}"/>
              </a:ext>
            </a:extLst>
          </p:cNvPr>
          <p:cNvSpPr/>
          <p:nvPr userDrawn="1"/>
        </p:nvSpPr>
        <p:spPr>
          <a:xfrm>
            <a:off x="10628392" y="6048375"/>
            <a:ext cx="1477883" cy="67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3B408C-6C58-5F12-FF25-35D1A081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35BA13-2175-2746-4383-D5F30A58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2C9AEC-D288-97A8-5E88-9C9490DB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D6AB7-CA6D-34EE-A30F-F4E5B17A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21E3F7-43E6-18BA-BD91-6A1568FA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3675AD8-A336-5D9F-3C26-9145C5A37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392" y="6260993"/>
            <a:ext cx="118260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BEFC-3E4C-0A69-58AC-C0011F6C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19C530-E79F-1D25-9B13-6CE3FD686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0AAF94-FDE8-28A8-0675-A2F6640A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33D5C6-E3E1-F2EE-0646-C44809AD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FB7F46-A6BA-D0ED-740C-4C7C806D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4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5E4C2-37CC-8D6B-C2D5-AA146085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6D4A5A-ECAD-5CAD-E519-D7D8FBD2C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0736FF-54E2-8616-B4E0-29EC7AB4F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E0D3FE-30B1-C6AE-FFCC-CB10D6B1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217AE3-75F4-3705-5B28-F2360881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6E24DE-C2F7-F39F-7568-B539DD04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1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45A2E-8C82-1DD1-C5DF-12B77247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69F2F6-19DC-DC70-1D33-17A66CF7E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485D1A-1625-8B7C-94D5-AA52563A5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97082F-95C7-9E29-693D-7616C0A85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875C17-83DE-1FD9-586F-B4720EE2C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6FC8C4E-3FC6-5B0D-6491-D82FE187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4EC529-4EAA-17D9-12FA-07B677D2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27608D1-0F41-A174-2106-D4E86E10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43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95BCC-709F-E490-8425-E2458D37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134AC8-E48A-494F-14D4-6A9953F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E1BA69-2784-895A-9AC1-4E7CABF3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6E0746-3A43-AE0B-308F-004D1924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0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4A8E0F-D6FF-6E99-71B8-D685E357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7DF17B1-6B3F-D807-41B8-A483FC86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BBAC07-0ACC-4583-28A3-D477AD9D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850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1BC19-0767-287D-366F-AAEDB77B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694E2-7D60-0290-5152-E079D4B2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5A11B9-C989-E247-36DE-41377261F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1C83C4-A57E-4E3A-BB42-FADE2809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8C1809-2194-BE3E-2A7A-D8243759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E13AB1-851C-06EE-600A-BB77E995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38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F4957-6231-CFDC-981B-28244E4A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973128-80B5-45CC-4D74-552CD4CDF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F1C554-449C-4D8C-44B4-9A132B4BF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0DC942-8CDF-B705-D779-F723D7FF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FAD24D-B341-56B3-24BE-CF4CB319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606F7B-4251-1689-5FB7-7A47FFB0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27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7BF4C-7ED1-2DE3-72C0-87087C59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AA69AB-7008-AE5A-96EB-73D18188A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AD96E6-5325-18F8-A125-994A9FE3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56D497-F096-4876-68EC-7003BF09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717D9A-080B-DE62-9298-940F6AFC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0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25894F-3443-726D-F638-4D3CD6F79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68FEB8-C8E1-FB2F-2B6F-CEC266C45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C93922-9E97-DF81-7739-F0FFB9C0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F63D59-9D2A-4AD2-8720-C7C9F57BD11D}" type="datetimeFigureOut">
              <a:rPr lang="pt-BR" smtClean="0"/>
              <a:t>15/12/2023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CB0565-F9A9-2CE9-B67B-809CA80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3490D2-72A8-9A99-0CE5-BBA8BFA0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4AC143-1AE5-42B8-815F-806259E23C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5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46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Gráfico&#10;&#10;Descrição gerada automaticamente">
            <a:extLst>
              <a:ext uri="{FF2B5EF4-FFF2-40B4-BE49-F238E27FC236}">
                <a16:creationId xmlns:a16="http://schemas.microsoft.com/office/drawing/2014/main" id="{7C436EA3-EB9A-D83B-670A-F6B933F162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92EB38-3CA5-9272-0C50-B6E82262FDCD}"/>
              </a:ext>
            </a:extLst>
          </p:cNvPr>
          <p:cNvSpPr txBox="1">
            <a:spLocks/>
          </p:cNvSpPr>
          <p:nvPr/>
        </p:nvSpPr>
        <p:spPr>
          <a:xfrm>
            <a:off x="2889794" y="2524125"/>
            <a:ext cx="6412412" cy="81563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rgbClr val="0045A6"/>
                </a:solidFill>
                <a:latin typeface="Montserrat Medium" pitchFamily="2" charset="0"/>
              </a:rPr>
              <a:t>Título do Trabalho</a:t>
            </a:r>
            <a:r>
              <a:rPr lang="pt-BR" dirty="0">
                <a:solidFill>
                  <a:srgbClr val="0045A6"/>
                </a:solidFill>
                <a:latin typeface="Montserrat Medium" pitchFamily="2" charset="0"/>
              </a:rPr>
              <a:t> de </a:t>
            </a:r>
            <a:r>
              <a:rPr lang="pt-BR" b="1" dirty="0">
                <a:solidFill>
                  <a:srgbClr val="0045A6"/>
                </a:solidFill>
                <a:latin typeface="Montserrat Medium" pitchFamily="2" charset="0"/>
              </a:rPr>
              <a:t>Conclusão de Curso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95CB0F-71FA-6486-949D-2C3F3982D570}"/>
              </a:ext>
            </a:extLst>
          </p:cNvPr>
          <p:cNvSpPr txBox="1">
            <a:spLocks/>
          </p:cNvSpPr>
          <p:nvPr/>
        </p:nvSpPr>
        <p:spPr>
          <a:xfrm>
            <a:off x="2889794" y="3046806"/>
            <a:ext cx="5142412" cy="741308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>
                <a:solidFill>
                  <a:srgbClr val="0045A6"/>
                </a:solidFill>
                <a:latin typeface="Montserrat Medium" pitchFamily="2" charset="0"/>
              </a:rPr>
              <a:t>Nome do(a) aluno(a)</a:t>
            </a:r>
          </a:p>
          <a:p>
            <a:pPr marL="0" indent="0">
              <a:buNone/>
            </a:pPr>
            <a:r>
              <a:rPr lang="pt-BR" dirty="0">
                <a:solidFill>
                  <a:srgbClr val="0045A6"/>
                </a:solidFill>
                <a:latin typeface="Montserrat Medium" pitchFamily="2" charset="0"/>
              </a:rPr>
              <a:t>Nome do(a) orientador(a)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101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552BA-1AF5-4DB1-CA80-9FBE3F41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06717-99B8-EAED-9E83-CF862D539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5563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B41588-B357-421F-9022-AD2E71CF838F}"/>
</file>

<file path=customXml/itemProps2.xml><?xml version="1.0" encoding="utf-8"?>
<ds:datastoreItem xmlns:ds="http://schemas.openxmlformats.org/officeDocument/2006/customXml" ds:itemID="{574D961D-3E28-4C88-B9A6-569CCC32773B}"/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Montserrat Medium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Alline Mariá Schumann</dc:creator>
  <cp:lastModifiedBy>Julia Montezelli</cp:lastModifiedBy>
  <cp:revision>5</cp:revision>
  <dcterms:created xsi:type="dcterms:W3CDTF">2022-09-02T03:21:56Z</dcterms:created>
  <dcterms:modified xsi:type="dcterms:W3CDTF">2023-12-15T13:34:09Z</dcterms:modified>
</cp:coreProperties>
</file>